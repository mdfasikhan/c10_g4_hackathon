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group G4. In the next ten minutes we'll show how a team of AI agents turns a messy
log file into incidents, fixes, a checklist, and — only after a human says yes — a Jira ticket and a Slack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pains: finding the signal, finding the right runbook, writing the same updates every time,
and the fear that automation will make things worse. Our design answers each one — especially the last:
nothing leaves the system without a human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understand, recommend, notify safely. The numbers at the bottom come from our eval suite
on labelled logs — not from a demo run we 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only talks to FastAPI, so secrets never reach the browser. FastAPI starts the LangGraph workflow
as a background task. Three drafters run in parallel after remediation, then guardrails check everything,
and the run stops at "awaiting approval". Slack and Jira are only reached from the human Send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one job and one backup plan. If OpenRouter is down, the pipeline still finishes with
rule-based output — degraded, but never empty. Two agents use no LLM at all,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the nodes, the conditional edges that end early, the fan-out to three drafters,
and the fan-in. The reducer on the right is what makes parallel agents safe: each appends its trace
instead of overwriting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progress view — "Searching runbooks for fixes…" with completed steps underneath, no busy diagram.
Right: the dashboard everyone lands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incident links back to the exact log lines that support it. In the remediation tab, any
destructive step — DROP TABLE, rm -rf, kubectl delete namespace — is flagged "review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sample from the repo. One critical incident, six supporting ones, every claim tied to
an event ID. If the model cites a line that doesn't exist, the incident is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does both, in a deliberate order: Jira first, so the Slack alert can link to the ticket.
If Jira succeeds and Slack fails, a retry won't create a second ticket. "Don't send" is also an
audited decision — that's the human-in-the-loop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MTTR, but the quieter win is consistency: every incident gets the same quality of
write-up no matter who is on call or what time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boring infrastructure — SQLite and in-process tasks — so the interesting part is the
agents. Everything runs locally with three make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already separates agents from delivery, so each of these is an additive change.
Our first priority would be the feedback loop: every human "Don't send" or edited ticket is a new
labelled example for the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 happy to run a live analysis on any log file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DevOps Incident Analysis Suite</dc:title>
  <dc:subject>C10 G4 Hackathon · LangGraph multi-agent incident analysis with human-approved Slack and Jira notifications.
</dc:subject>
  <dc:creator>C10 G4</dc:creator>
  <cp:lastModifiedBy>C10 G4</cp:lastModifiedBy>
  <cp:revision>1</cp:revision>
  <dcterms:created xsi:type="dcterms:W3CDTF">2026-10-11T09:59:48Z</dcterms:created>
  <dcterms:modified xsi:type="dcterms:W3CDTF">2026-10-11T09:59:48Z</dcterms:modified>
</cp:coreProperties>
</file>